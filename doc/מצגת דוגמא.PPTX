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March 2, 2015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March 2,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101524"/>
          </a:xfrm>
        </p:spPr>
        <p:txBody>
          <a:bodyPr/>
          <a:lstStyle/>
          <a:p>
            <a:pPr algn="ctr"/>
            <a:r>
              <a:rPr lang="en-US" dirty="0" smtClean="0"/>
              <a:t>On The Clock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rtl="1"/>
            <a:r>
              <a:rPr lang="he-IL" b="1" dirty="0" smtClean="0"/>
              <a:t>פרויקט סוף קורס באנדרואיד</a:t>
            </a:r>
          </a:p>
          <a:p>
            <a:pPr algn="r" rtl="1"/>
            <a:r>
              <a:rPr lang="he-IL" dirty="0" smtClean="0"/>
              <a:t>  מגיש:</a:t>
            </a:r>
          </a:p>
          <a:p>
            <a:pPr algn="r" rtl="1"/>
            <a:r>
              <a:rPr lang="he-IL" dirty="0" smtClean="0"/>
              <a:t>  אוהד בן נון - 300393121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 smtClean="0"/>
              <a:t>2015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04800"/>
            <a:ext cx="1645714" cy="1645714"/>
          </a:xfrm>
          <a:prstGeom prst="rect">
            <a:avLst/>
          </a:prstGeom>
        </p:spPr>
      </p:pic>
      <p:pic>
        <p:nvPicPr>
          <p:cNvPr id="8" name="Picture 2" descr="C:\Users\Guy\Desktop\otc_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34" y="232938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54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 smtClean="0"/>
              <a:t>תיאור הפרויקט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 smtClean="0"/>
              <a:t>On the Clock</a:t>
            </a:r>
            <a:r>
              <a:rPr lang="he-IL" dirty="0" smtClean="0"/>
              <a:t> היא אפליקציית אנדרואיד המיועדת לכל אדם המעוניין לנהל את שעות העבודה שלו.</a:t>
            </a:r>
          </a:p>
          <a:p>
            <a:pPr algn="r" rtl="1"/>
            <a:r>
              <a:rPr lang="he-IL" dirty="0" smtClean="0"/>
              <a:t>האפליקציה מסוגלת לנהל מספר מקומות עבודה, ועבור כל מקום עבודה להציג את האירועים הרלוונטיים למקום</a:t>
            </a:r>
          </a:p>
          <a:p>
            <a:pPr algn="r" rtl="1"/>
            <a:r>
              <a:rPr lang="he-IL" dirty="0" smtClean="0"/>
              <a:t>אירוע יכול להיות יום עבודה, יום חופשה או יום מחלה</a:t>
            </a:r>
          </a:p>
          <a:p>
            <a:pPr algn="r" rtl="1"/>
            <a:r>
              <a:rPr lang="he-IL" dirty="0" smtClean="0"/>
              <a:t>האפליקציה תציג סיכום עבור כל חודש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6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smtClean="0"/>
              <a:t>תפעול האפליקציה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יצירת \ מחיקת מקום עבודה</a:t>
            </a:r>
          </a:p>
          <a:p>
            <a:pPr algn="r" rtl="1"/>
            <a:r>
              <a:rPr lang="he-IL" dirty="0"/>
              <a:t>יצירת \ מחיקת אירוע (משמרת, חופשה, מחלה)</a:t>
            </a:r>
          </a:p>
          <a:p>
            <a:pPr lvl="1" algn="r" rtl="1"/>
            <a:r>
              <a:rPr lang="he-IL" dirty="0"/>
              <a:t>מחיקות ע"י לחיצה ארוכה על הפריט </a:t>
            </a:r>
            <a:r>
              <a:rPr lang="he-IL" dirty="0" smtClean="0"/>
              <a:t>ברשימה</a:t>
            </a:r>
          </a:p>
          <a:p>
            <a:pPr algn="r" rtl="1"/>
            <a:r>
              <a:rPr lang="he-IL" dirty="0" smtClean="0"/>
              <a:t>התחלת \ הפסקת משמרת</a:t>
            </a:r>
          </a:p>
          <a:p>
            <a:pPr algn="r" rtl="1"/>
            <a:r>
              <a:rPr lang="he-IL" dirty="0" smtClean="0"/>
              <a:t>הצגת סיכום חודשי</a:t>
            </a:r>
          </a:p>
          <a:p>
            <a:pPr algn="r" rtl="1"/>
            <a:r>
              <a:rPr lang="he-IL" dirty="0" smtClean="0"/>
              <a:t>דיפדוף בין חודשים והצגת הסיכום החודשי שלהם</a:t>
            </a:r>
          </a:p>
          <a:p>
            <a:pPr algn="r" rtl="1"/>
            <a:r>
              <a:rPr lang="he-IL" dirty="0" smtClean="0"/>
              <a:t>ווידג'ט המציג את סטטוס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85263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24936"/>
          </a:xfrm>
        </p:spPr>
        <p:txBody>
          <a:bodyPr/>
          <a:lstStyle/>
          <a:p>
            <a:pPr algn="r"/>
            <a:r>
              <a:rPr lang="he-IL" dirty="0" smtClean="0"/>
              <a:t>תכנון ואופן פעולת הפרויקט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7400925" cy="3848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968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24936"/>
          </a:xfrm>
        </p:spPr>
        <p:txBody>
          <a:bodyPr>
            <a:normAutofit/>
          </a:bodyPr>
          <a:lstStyle/>
          <a:p>
            <a:pPr algn="r" rtl="1"/>
            <a:r>
              <a:rPr lang="he-IL" dirty="0" smtClean="0"/>
              <a:t>תכונות האפליקציה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 smtClean="0"/>
              <a:t>Fragment</a:t>
            </a:r>
            <a:r>
              <a:rPr lang="he-IL" dirty="0" smtClean="0"/>
              <a:t> – בחירת תאריכים וזמנים</a:t>
            </a:r>
          </a:p>
          <a:p>
            <a:pPr algn="r" rtl="1"/>
            <a:r>
              <a:rPr lang="en-US" dirty="0" smtClean="0"/>
              <a:t>Widget</a:t>
            </a:r>
            <a:r>
              <a:rPr lang="he-IL" dirty="0" smtClean="0"/>
              <a:t> – מציג את מצב העבודה</a:t>
            </a:r>
          </a:p>
          <a:p>
            <a:pPr algn="r" rtl="1"/>
            <a:r>
              <a:rPr lang="en-US" dirty="0" smtClean="0"/>
              <a:t>SQLite</a:t>
            </a:r>
            <a:r>
              <a:rPr lang="he-IL" dirty="0" smtClean="0"/>
              <a:t> – שמירת נתונים אודות מקומות עבודה ואירועים</a:t>
            </a:r>
          </a:p>
          <a:p>
            <a:pPr algn="r" rtl="1"/>
            <a:r>
              <a:rPr lang="en-US" dirty="0" smtClean="0"/>
              <a:t>Shared Preferences</a:t>
            </a:r>
            <a:r>
              <a:rPr lang="he-IL" dirty="0" smtClean="0"/>
              <a:t> – שמירת סטטוס עבודה ומשמרת</a:t>
            </a:r>
          </a:p>
          <a:p>
            <a:pPr algn="r" rtl="1"/>
            <a:r>
              <a:rPr lang="en-US" dirty="0" smtClean="0"/>
              <a:t>Media Player</a:t>
            </a:r>
            <a:r>
              <a:rPr lang="he-IL" dirty="0"/>
              <a:t> </a:t>
            </a:r>
            <a:r>
              <a:rPr lang="he-IL" dirty="0" smtClean="0"/>
              <a:t>– השמעת צליל מותאם להתחלת וסיום משמרת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47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smtClean="0"/>
              <a:t>הצעות לשיפור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 smtClean="0"/>
              <a:t>תצוגת משמרות בתצוגת יומן (</a:t>
            </a:r>
            <a:r>
              <a:rPr lang="en-US" dirty="0" smtClean="0"/>
              <a:t>Calendar</a:t>
            </a:r>
            <a:r>
              <a:rPr lang="he-IL" dirty="0" smtClean="0"/>
              <a:t>)</a:t>
            </a:r>
          </a:p>
          <a:p>
            <a:pPr algn="r" rtl="1"/>
            <a:r>
              <a:rPr lang="he-IL" dirty="0" smtClean="0"/>
              <a:t>ניהול לו"ז עבודה עתידית</a:t>
            </a:r>
          </a:p>
          <a:p>
            <a:pPr algn="r" rtl="1"/>
            <a:r>
              <a:rPr lang="he-IL" dirty="0" smtClean="0"/>
              <a:t>הצגת התראות עבור משמרות קרבות</a:t>
            </a:r>
          </a:p>
          <a:p>
            <a:pPr algn="r" rtl="1"/>
            <a:r>
              <a:rPr lang="he-IL" dirty="0" smtClean="0"/>
              <a:t>הוספת אנשי קשר למקום עבודה</a:t>
            </a:r>
          </a:p>
          <a:p>
            <a:pPr algn="r" rtl="1"/>
            <a:r>
              <a:rPr lang="he-IL" dirty="0" smtClean="0"/>
              <a:t>שמירת משמרות </a:t>
            </a:r>
            <a:r>
              <a:rPr lang="he-IL" dirty="0" err="1" smtClean="0"/>
              <a:t>ולו"ז</a:t>
            </a:r>
            <a:r>
              <a:rPr lang="he-IL" dirty="0" smtClean="0"/>
              <a:t> בלוח השנה של המכשיר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3004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1181</TotalTime>
  <Words>183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Austin</vt:lpstr>
      <vt:lpstr>On The Clock</vt:lpstr>
      <vt:lpstr>תיאור הפרויקט</vt:lpstr>
      <vt:lpstr>תפעול האפליקציה</vt:lpstr>
      <vt:lpstr>תכנון ואופן פעולת הפרויקט</vt:lpstr>
      <vt:lpstr>תכונות האפליקציה</vt:lpstr>
      <vt:lpstr>הצעות לשיפור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The Clock</dc:title>
  <dc:creator>Guy S</dc:creator>
  <cp:lastModifiedBy>Ohad</cp:lastModifiedBy>
  <cp:revision>16</cp:revision>
  <dcterms:created xsi:type="dcterms:W3CDTF">2015-03-02T07:58:13Z</dcterms:created>
  <dcterms:modified xsi:type="dcterms:W3CDTF">2015-03-03T07:25:25Z</dcterms:modified>
</cp:coreProperties>
</file>